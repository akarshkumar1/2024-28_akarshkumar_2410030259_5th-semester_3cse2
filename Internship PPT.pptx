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9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0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53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90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Internship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40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CodeAlpha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798064"/>
            <a:ext cx="5486400" cy="1865376"/>
          </a:xfrm>
          <a:prstGeom prst="rect">
            <a:avLst/>
          </a:prstGeom>
          <a:solidFill>
            <a:srgbClr val="2B4A82"/>
          </a:solidFill>
          <a:ln w="12700">
            <a:solidFill>
              <a:srgbClr val="3E6B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8712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Akarsh Kumar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273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2410030259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675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 – AI/ML &amp; V Sem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078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000" dirty="0"/>
          </a:p>
        </p:txBody>
      </p:sp>
      <p:pic>
        <p:nvPicPr>
          <p:cNvPr id="17" name="image1.png">
            <a:extLst>
              <a:ext uri="{FF2B5EF4-FFF2-40B4-BE49-F238E27FC236}">
                <a16:creationId xmlns:a16="http://schemas.microsoft.com/office/drawing/2014/main" id="{28C60E70-CD15-CAC5-061C-9CDF11215E6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71640" y="69886"/>
            <a:ext cx="1400720" cy="1283426"/>
          </a:xfrm>
          <a:prstGeom prst="rect">
            <a:avLst/>
          </a:pr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16" name="Text 14"/>
          <p:cNvSpPr txBox="1"/>
          <p:nvPr/>
        </p:nvSpPr>
        <p:spPr>
          <a:xfrm>
            <a:off x="3840480" y="40782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8822" y="96012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960120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014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" y="174650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1746504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5760" y="25328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2532888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0120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Chatbot for FAQs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5760" y="331927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3319272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Language Translation Tool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05656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65760" y="410565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" y="4105656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Object Detection &amp; Tracking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960120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17720" y="96012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93208" y="960120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212080" y="1014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746504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617720" y="174650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93208" y="1746504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21208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532888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617720" y="25328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93208" y="2532888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212080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319272"/>
            <a:ext cx="420624" cy="47548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617720" y="331927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93208" y="3319272"/>
            <a:ext cx="354787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1208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Results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— AI Internship Platform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is a software development and ed-tech organization offering structured, project-based virtual internship programs to students and early-career developers across India and internationally.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34086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Internship requires interns to design and build real-world AI systems, submitted as public GitHub repositories and evaluated on functionality, code quality, and documentation.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52958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completion earns an official Internship Completion Certificate and — where merited — a Letter of Recommendation.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859536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10912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10912" y="1307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· Remote Internship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965960"/>
            <a:ext cx="3931920" cy="859536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10912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10912" y="2313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971800"/>
            <a:ext cx="3931920" cy="859536"/>
          </a:xfrm>
          <a:prstGeom prst="rect">
            <a:avLst/>
          </a:prstGeom>
          <a:solidFill>
            <a:srgbClr val="FEF9E7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10912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010912" y="33192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Project-Based, Self-Paced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977640"/>
            <a:ext cx="3931920" cy="859536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10912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010912" y="4325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 + Certificate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3566160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24028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920240" cy="3566160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78608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24028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608576" y="1097280"/>
            <a:ext cx="1920240" cy="3566160"/>
          </a:xfrm>
          <a:prstGeom prst="rect">
            <a:avLst/>
          </a:prstGeom>
          <a:solidFill>
            <a:srgbClr val="FEF9E7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00016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24028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9984" y="1097280"/>
            <a:ext cx="1920240" cy="3566160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21424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75704" y="224028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"/>
            <a:ext cx="7571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for FAQs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· Retrieval-Based QA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2715768" cy="340156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98448"/>
            <a:ext cx="2715768" cy="340156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298448"/>
            <a:ext cx="2715768" cy="340156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5488" y="1417320"/>
            <a:ext cx="24963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Users may ask the same FAQ in different ways. A simple keyword lookup can miss paraphrased questions, so the application needs a similarity-based way to find the closest stored FAQ.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05556" y="2081566"/>
            <a:ext cx="2532888" cy="2227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  Prepare a question-answer FAQ dataset.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  Process text with NLP techniques.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  Convert FAQ questions into TF-IDF                                                                                                   vectors.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   Compare questions using cosine similarity.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   Return the answer linked to the best match.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163056" y="2081566"/>
            <a:ext cx="2532888" cy="22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Python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NLTK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scikit-learn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TF-IDF Vectorizer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Cosine Similarity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</a:t>
            </a:r>
            <a:r>
              <a:rPr lang="en-IN" sz="1200" dirty="0" err="1"/>
              <a:t>Streamlit</a:t>
            </a:r>
            <a:endParaRPr lang="en-IN" sz="1200" dirty="0"/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Pandas /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"/>
            <a:ext cx="7571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 Tool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NLP · Google Translate API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2715768" cy="340156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98448"/>
            <a:ext cx="2715768" cy="340156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2474" y="1303347"/>
            <a:ext cx="2715768" cy="340156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5488" y="1417320"/>
            <a:ext cx="24963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Language differences can make information difficult to access. The project focuses on providing a lightweight interface where users can enter text, choose a target language and receive a translation quickly.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3310128" y="1760547"/>
            <a:ext cx="2532888" cy="2857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Accept text from the user.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Detect the input language automatically.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Let the user select the target language.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Use deep-translator for translation.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Display and copy the translated result.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163056" y="1760547"/>
            <a:ext cx="2532888" cy="2857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Python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</a:t>
            </a:r>
            <a:r>
              <a:rPr lang="en-US" sz="1200" dirty="0" err="1"/>
              <a:t>Streamlit</a:t>
            </a:r>
            <a:endParaRPr lang="en-US" sz="1200" dirty="0"/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deep-translator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</a:t>
            </a:r>
            <a:r>
              <a:rPr lang="en-US" sz="1200" dirty="0" err="1"/>
              <a:t>Pyperclip</a:t>
            </a:r>
            <a:endParaRPr lang="en-US" sz="1200" dirty="0"/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Multiple language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"/>
            <a:ext cx="7571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Tracking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Real-Time YOLOv8 Inference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2715768" cy="340156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98448"/>
            <a:ext cx="2715768" cy="340156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841248"/>
            <a:ext cx="2715768" cy="402336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841248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298448"/>
            <a:ext cx="2715768" cy="340156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5488" y="1417320"/>
            <a:ext cx="24963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0">
                <a:solidFill>
                  <a:srgbClr val="232B36"/>
                </a:solidFill>
                <a:latin typeface="Aptos"/>
              </a:defRPr>
            </a:pPr>
            <a:r>
              <a:rPr lang="en-US" dirty="0"/>
              <a:t>Real-time object detection requires more than identifying objects in a single image. The system must process continuous webcam frames, draw detections and maintain object identities across frames.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3310128" y="1887582"/>
            <a:ext cx="2532888" cy="273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Capture live frames using OpenCV.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Run YOLOv8 Nano inference.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Classify objects and draw bounding      boxes.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Assign unique tracking IDs.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Display labels, confidence and counts.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163056" y="1887582"/>
            <a:ext cx="2532888" cy="273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Python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OpenCV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YOLOv8n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</a:t>
            </a:r>
            <a:r>
              <a:rPr lang="en-IN" sz="1200" dirty="0" err="1"/>
              <a:t>Ultralytics</a:t>
            </a:r>
            <a:endParaRPr lang="en-IN" sz="1200" dirty="0"/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NumPy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IN" sz="1200" dirty="0"/>
              <a:t>• Webcam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for all three projects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1005840" cy="102412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987552"/>
            <a:ext cx="1005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81328" y="1078992"/>
            <a:ext cx="1261872" cy="84124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81328" y="107899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22529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44368" y="1078992"/>
            <a:ext cx="1261872" cy="84124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44368" y="107899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22529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07408" y="1078992"/>
            <a:ext cx="1261872" cy="84124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07408" y="107899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22529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70448" y="1078992"/>
            <a:ext cx="1261872" cy="84124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70448" y="107899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22529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33488" y="1078992"/>
            <a:ext cx="1261872" cy="84124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33488" y="107899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313432"/>
            <a:ext cx="1005840" cy="102412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" y="2313432"/>
            <a:ext cx="1005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81328" y="2404872"/>
            <a:ext cx="1261872" cy="84124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481328" y="240487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255117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44368" y="2404872"/>
            <a:ext cx="1261872" cy="84124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944368" y="240487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255117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07408" y="2404872"/>
            <a:ext cx="1261872" cy="84124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407408" y="240487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255117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70448" y="2404872"/>
            <a:ext cx="1261872" cy="84124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870448" y="240487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255117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33488" y="2404872"/>
            <a:ext cx="1261872" cy="84124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333488" y="240487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3639312"/>
            <a:ext cx="1005840" cy="1024128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" y="3639312"/>
            <a:ext cx="1005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481328" y="3730752"/>
            <a:ext cx="1261872" cy="84124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481328" y="373075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743200" y="387705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44368" y="3730752"/>
            <a:ext cx="1261872" cy="84124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2944368" y="373075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206240" y="387705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407408" y="3730752"/>
            <a:ext cx="1261872" cy="84124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4407408" y="373075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669280" y="387705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870448" y="3730752"/>
            <a:ext cx="1261872" cy="84124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5870448" y="373075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7132320" y="3877056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333488" y="3730752"/>
            <a:ext cx="1261872" cy="841248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7333488" y="3730752"/>
            <a:ext cx="1261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8005"/>
              </p:ext>
            </p:extLst>
          </p:nvPr>
        </p:nvGraphicFramePr>
        <p:xfrm>
          <a:off x="365760" y="960120"/>
          <a:ext cx="8412480" cy="362102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programming language for all three projects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preprocessing: tokenization, lemmatization, stopwords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vectorization and cosine similarity computation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web UI deployment for chatbot &amp; translation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 01, 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deep-translator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wrapper for the Google Translate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YOLOv8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object detection and multi-object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(cv2)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Webcam frame capture, bounding box annotation and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and project submission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858768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Machine Learning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08176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Built a retrieval workflow using TF-IDF and cosine similarity.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Understood how text can be represented as numerical vectors.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Learned the difference between retrieval-based and generative approaches</a:t>
            </a:r>
            <a:r>
              <a:rPr lang="en-US" sz="1100" dirty="0"/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60520" cy="3858768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Vision &amp; Engineering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408176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Worked with live webcam frames and object detection.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Understood detection versus tracking across consecutive frames.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Learned how AI models are integrated into user-facing applications.</a:t>
            </a:r>
          </a:p>
          <a:p>
            <a:pPr>
              <a:spcAft>
                <a:spcPts val="700"/>
              </a:spcAft>
              <a:defRPr sz="1150">
                <a:solidFill>
                  <a:srgbClr val="232B36"/>
                </a:solidFill>
                <a:latin typeface="Aptos"/>
              </a:defRPr>
            </a:pPr>
            <a:r>
              <a:rPr lang="en-US" sz="1200" dirty="0"/>
              <a:t>• Improved debugging, dependency and documentation skills.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Results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33088" cy="1783080"/>
          </a:xfrm>
          <a:prstGeom prst="rect">
            <a:avLst/>
          </a:prstGeom>
          <a:solidFill>
            <a:srgbClr val="EBF5FB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93776" y="114300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143000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Projects Accepted by CodeAlpha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AI projects were reviewed and accepted by CodeAlpha, meeting the functional and documentation standards of the internship program.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1005840"/>
            <a:ext cx="4133088" cy="1783080"/>
          </a:xfrm>
          <a:prstGeom prst="rect">
            <a:avLst/>
          </a:prstGeom>
          <a:solidFill>
            <a:srgbClr val="E9F7EF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9744" y="114300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143000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Completion Certificate was issued by CodeAlpha upon successful submission of all three assigned AI projects.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4133088" cy="1783080"/>
          </a:xfrm>
          <a:prstGeom prst="rect">
            <a:avLst/>
          </a:prstGeom>
          <a:solidFill>
            <a:srgbClr val="FEF9E7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" y="308152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30815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Recommendation (LOR)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" y="35661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of Recommendation was awarded recognising the quality and completeness of work delivered throughout the internship.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2944368"/>
            <a:ext cx="4133088" cy="1783080"/>
          </a:xfrm>
          <a:prstGeom prst="rect">
            <a:avLst/>
          </a:prstGeom>
          <a:solidFill>
            <a:srgbClr val="FDEDEC"/>
          </a:solidFill>
          <a:ln w="9525">
            <a:solidFill>
              <a:srgbClr val="C4D4E4"/>
            </a:solidFill>
            <a:prstDash val="solid"/>
          </a:ln>
          <a:effectLst>
            <a:outerShdw blurRad="508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09744" y="308152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30815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Public GitHub Repositories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35661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are documented and publicly available on GitHub, forming a concrete AI/ML engineering portfolio with real deliverables.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0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Akarsh Kumar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0669" y="26883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github.com/AkarshKumar1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·  CodeAlpha AI Internship  ·  2026 - 27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908</Words>
  <Application>Microsoft Office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Akarsh Kumar</cp:lastModifiedBy>
  <cp:revision>3</cp:revision>
  <cp:lastPrinted>2026-08-30T11:58:34Z</cp:lastPrinted>
  <dcterms:created xsi:type="dcterms:W3CDTF">2026-08-29T17:11:27Z</dcterms:created>
  <dcterms:modified xsi:type="dcterms:W3CDTF">2026-08-30T11:59:32Z</dcterms:modified>
</cp:coreProperties>
</file>